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8C9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7665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6035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PROJECT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 Abdul Rehman Muhammad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1792" y="17830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ThreatIntel Platform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58368" y="2880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threat-intelligence database that correlates CVEs, ATT&amp;CK techniques, threat actors,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indicators of compromise across public feeds — and layers detection-coverage tracking on top.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8368" y="397764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01368" y="3977640"/>
            <a:ext cx="2167128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51376" y="39776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797296" y="3977640"/>
            <a:ext cx="1161288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Knex.js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892040"/>
            <a:ext cx="10881360" cy="0"/>
          </a:xfrm>
          <a:prstGeom prst="line">
            <a:avLst/>
          </a:prstGeom>
          <a:noFill/>
          <a:ln w="12700">
            <a:solidFill>
              <a:srgbClr val="2231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 MITRE ATT&amp;CK   ·   NVD / NIST CVE Feed   ·   Abuse.ch   ·   AlienVault OTX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 is everywhere — and nowhere at once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pull from MITRE ATT&amp;CK, the NVD CVE database, Abuse.ch, and AlienVault OTX — each with its own format, cadence, and vocabulary. Correlating a vulnerability to the technique that exploits it, or an indicator to the actor behind it, means manually cross-referencing multiple platforms. What is missing is a single, queryable system built for cross-source correlation.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30632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009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344838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995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32511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four unrelated public platforms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2424" y="30632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33009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344838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995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32511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query across sources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30632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33009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3448385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995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changing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2512" y="432511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update on independent schedules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0536" y="306324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16568" y="33009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344838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3995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correlated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16568" y="432511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techniques, and IOCs are not linked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1394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61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90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for CVEs, techniques, actors, and IOCs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689" y="221394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761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0288" y="3090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vulnerabilities to the ATT&amp;CK techniques that exploit them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66176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77" y="221394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2761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66176" y="3090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and structured search across every entity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58368" y="4114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352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449994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47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coverage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376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detection status per technique and prioritize blind spots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34256" y="4114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0288" y="4352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689" y="449994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0288" y="5047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access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0288" y="5376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database-enforced access with self-service upgrades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10144" y="4114800"/>
            <a:ext cx="3529584" cy="2103120"/>
          </a:xfrm>
          <a:prstGeom prst="roundRect">
            <a:avLst>
              <a:gd name="adj" fmla="val 391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66176" y="4352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577" y="4499945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66176" y="5047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current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66176" y="5376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and on-demand ingestion keeps feeds synchronized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one JavaScript runtime,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08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16822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97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8152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2424" y="178308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48456" y="20208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216822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697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48456" y="308152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20208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216822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697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82512" y="308152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860536" y="178308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6568" y="20208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216822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974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16568" y="3081528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Knex.js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58368" y="45262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 INTELLIGENCE SOURCES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68680" y="5029200"/>
            <a:ext cx="1664208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2715768" y="5029200"/>
            <a:ext cx="2368296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/ NIST CVE Feed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266944" y="5029200"/>
            <a:ext cx="1261872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Abuse.ch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711696" y="5029200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13203A"/>
          </a:solidFill>
          <a:ln w="12700">
            <a:solidFill>
              <a:srgbClr val="29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AlienVault OTX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68680" y="5504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 Node.js/Express replaces the originally assigned Python/FastAPI, keeping one JavaScript runtime across the frontend and API and avoiding cross-language friction.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public feed to analyst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8528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2052645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Threat Feeds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78808" y="19202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· NVD · Abuse.ch · OTX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487168"/>
            <a:ext cx="182880" cy="146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8368" y="2633472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" y="2743200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2857317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7249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Scripts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178808" y="27249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per source, scheduled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3291840"/>
            <a:ext cx="182880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8368" y="3438144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04672" y="3547872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789" y="3661989"/>
            <a:ext cx="210678" cy="21067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2958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178808" y="352958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CVEs &amp; IOCs to technique IDs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4096512"/>
            <a:ext cx="182880" cy="14630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58368" y="4242816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04672" y="4352544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789" y="4466661"/>
            <a:ext cx="210678" cy="2106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4178808" y="43342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views, indexes, RLS, audit log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8768" y="4901184"/>
            <a:ext cx="182880" cy="14630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58368" y="5047488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804672" y="5157216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789" y="5271333"/>
            <a:ext cx="210678" cy="21067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71600" y="5138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4178808" y="513892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pooling + JWT auth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8768" y="5705856"/>
            <a:ext cx="182880" cy="14630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58368" y="5852160"/>
            <a:ext cx="6583680" cy="658368"/>
          </a:xfrm>
          <a:prstGeom prst="roundRect">
            <a:avLst>
              <a:gd name="adj" fmla="val 125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804672" y="5961888"/>
            <a:ext cx="438912" cy="438912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789" y="6076005"/>
            <a:ext cx="210678" cy="21067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371600" y="59436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4178808" y="5943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dashboard &amp; coverage matrix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7635240" y="1828800"/>
            <a:ext cx="3904488" cy="3803904"/>
          </a:xfrm>
          <a:prstGeom prst="roundRect">
            <a:avLst>
              <a:gd name="adj" fmla="val 2163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7863840" y="2048256"/>
            <a:ext cx="512064" cy="51206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6977" y="2181393"/>
            <a:ext cx="245791" cy="245791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50392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linker matters</a:t>
            </a:r>
            <a:endParaRPr lang="en-US" sz="1500" dirty="0"/>
          </a:p>
        </p:txBody>
      </p:sp>
      <p:sp>
        <p:nvSpPr>
          <p:cNvPr id="43" name="Text 29"/>
          <p:cNvSpPr/>
          <p:nvPr/>
        </p:nvSpPr>
        <p:spPr>
          <a:xfrm>
            <a:off x="7863840" y="2743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IOCs, and ATT&amp;CK techniques arrive from four unrelated feeds with no shared identifiers.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post-ingestion step reconciles descriptions and metadata against technique IDs — this correlation does not happen automatically.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technique-frequency views return zero rows.</a:t>
            </a:r>
            <a:endParaRPr lang="en-US" sz="1300" dirty="0"/>
          </a:p>
        </p:txBody>
      </p:sp>
      <p:sp>
        <p:nvSpPr>
          <p:cNvPr id="44" name="Text 3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entities, correlated and audited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208519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11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2221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78892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96265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54" y="3091038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169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  ·  +detection_status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" y="379476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6849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4096878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9227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7160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58368" y="480060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97433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54" y="510271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9286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371600" y="5239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  ·  FKs → cve, technique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1783080"/>
            <a:ext cx="315468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72584" y="195681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966" y="208519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19110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CVE_Technique_Map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239512" y="2221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FKs: cve_id, technique_id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26280" y="2788920"/>
            <a:ext cx="315468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672584" y="296265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966" y="3091038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39512" y="29169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239512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 · role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26280" y="3794760"/>
            <a:ext cx="315468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672584" y="396849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966" y="4096878"/>
            <a:ext cx="237012" cy="2370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39512" y="39227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Role_Requests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5239512" y="42336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user_id  (new)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526280" y="4800600"/>
            <a:ext cx="3154680" cy="841248"/>
          </a:xfrm>
          <a:prstGeom prst="roundRect">
            <a:avLst>
              <a:gd name="adj" fmla="val 9783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672584" y="4974336"/>
            <a:ext cx="493776" cy="493776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966" y="5102718"/>
            <a:ext cx="237012" cy="2370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39512" y="49286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5239512" y="52395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+ action + target  (new)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882128" y="178308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092440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8092440" y="233172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↔ Techniques is many-to-many through CVE_Technique_Map.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 carry two separate optional FKs — one to a CVE, one to a Technique — not a single chained link.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now hold detection coverage: status, notes, and who last set it.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Role_Requests link a user to a pending contributor upgrade for admin review.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records who did what, when — across signups, roles, ingestion, and coverage.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Tables, keys, and course-required features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C9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C9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C9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linked_cve_id, linked_technique_id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CVE_Technique_Map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cve_id, technique_id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Role_Requests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(actor_id — soft ref)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FEATURES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903720" y="2194560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13448" y="2295144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546" y="2390242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70648" y="2194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9281160" y="2194560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90888" y="2295144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986" y="2390242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48088" y="21945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903720" y="2889504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13448" y="2990088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546" y="3085186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70648" y="28895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Columns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281160" y="2889504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390888" y="2990088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986" y="3085186"/>
            <a:ext cx="175565" cy="1755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48088" y="28895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(tsvector)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903720" y="3584448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013448" y="3685032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546" y="3780130"/>
            <a:ext cx="175565" cy="1755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70648" y="35844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Views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281160" y="3584448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390888" y="3685032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5986" y="3780130"/>
            <a:ext cx="175565" cy="1755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848088" y="35844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· GIN · GiST Indexing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903720" y="4279392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013448" y="4379976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8546" y="4475074"/>
            <a:ext cx="175565" cy="17556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70648" y="4279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Coverage + Attribution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9281160" y="4279392"/>
            <a:ext cx="2240280" cy="566928"/>
          </a:xfrm>
          <a:prstGeom prst="roundRect">
            <a:avLst>
              <a:gd name="adj" fmla="val 1451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9390888" y="4379976"/>
            <a:ext cx="365760" cy="36576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5986" y="4475074"/>
            <a:ext cx="175565" cy="17556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848088" y="4279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658368" y="50749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86868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in practice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868680" y="5504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C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techniques.platforms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868680" y="5760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D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["Windows", "Linux", "macOS"]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4480560" y="5504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C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cves.affected_products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4480560" y="5760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D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[{vendor, product, version}]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8092440" y="5504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C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iocs.tags / meta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8092440" y="5760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D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[tags[]], {feed-specific fields}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modules behind one role-aware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11680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305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79806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· self-signup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828800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63240" y="2011680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305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63240" y="279806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coverage %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02352" y="1828800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85232" y="2011680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1305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85232" y="279806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threat priority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4344" y="1828800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07224" y="2011680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1305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07224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07224" y="279806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matrix · heatmap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46336" y="1828800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29216" y="2011680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1305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9216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Coverage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29216" y="279806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notes · attribution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58368" y="3364992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" y="3547872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66674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" y="4059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41248" y="43342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bulk lookup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80360" y="3364992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063240" y="3547872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112" y="3666744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063240" y="4059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3063240" y="43342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· motive · country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102352" y="3364992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285232" y="3547872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04" y="3666744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85232" y="4059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285232" y="43342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scheduled runs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324344" y="3364992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507224" y="3547872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6096" y="3666744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507224" y="4059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Requests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7507224" y="43342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 approvals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9546336" y="3364992"/>
            <a:ext cx="2093976" cy="1371600"/>
          </a:xfrm>
          <a:prstGeom prst="roundRect">
            <a:avLst>
              <a:gd name="adj" fmla="val 6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729216" y="3547872"/>
            <a:ext cx="457200" cy="45720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088" y="3666744"/>
            <a:ext cx="219456" cy="219456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29216" y="405993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9729216" y="4334256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trail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coverage &amp; threat-informed priority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now tracks whether the team can actually detect each technique — and feeds that back into which vulnerabilities to patch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780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625425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72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overlay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50215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ATT&amp;CK technique None / Partial / Detected, right on the matrix.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2424" y="224028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24780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262542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172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attribution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350215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gap and record who set the status and when.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224028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24780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2625425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172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Blind-spot weighting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2512" y="350215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mapped to techniques you can’t detect are weighted higher — a "blind" flag surfaces them.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0536" y="224028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16568" y="247802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2625425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3172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KPI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16568" y="350215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a single detection-coverage %, plus detected / partial / blind breakdown.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8368" y="50749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D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score  =  </a:t>
            </a:r>
            <a:pPr indent="0" marL="0">
              <a:buNone/>
            </a:pPr>
            <a:r>
              <a:rPr lang="en-US" sz="1300" b="1" dirty="0">
                <a:solidFill>
                  <a:srgbClr val="38C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techniques + linked IOCs + 2 × blind techniques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68680" y="55961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critical CVE that exploits a technique you cannot see rises above an equally severe one you already detect.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control, self-service &amp; auditing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7510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12250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70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sign up as a read-only analyst — no admin bottleneck.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92424" y="17373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48456" y="197510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212250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670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requests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48456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users request the contributor role; admins approve or decline.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7373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197510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212250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670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protections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82512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 can’t be deactivated — their own or another admin’s.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60536" y="1737360"/>
            <a:ext cx="2615184" cy="2606040"/>
          </a:xfrm>
          <a:prstGeom prst="roundRect">
            <a:avLst>
              <a:gd name="adj" fmla="val 3158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6568" y="197510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212250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700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16568" y="299923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Signups, role changes, decisions, ingestion, and coverage edits are all logged.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58368" y="457200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0E1526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4718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 ROLES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68680" y="502920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69848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069848" y="5413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threat data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480560" y="502920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681728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4681728" y="5413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· run ingestion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092440" y="502920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93608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8293608" y="5413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· approvals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58368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with distinct PostgreSQL roles, GRANT/REVOKE, and row-level security — not just application code.  JWT + bcrypt-12; role changes activate on next load via live token refresh.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analyst’s session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7756" y="26517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3264" y="2871216"/>
            <a:ext cx="603504" cy="60350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175" y="3028127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9196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C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9196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9196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starts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28" y="334670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73172" y="26517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08680" y="2871216"/>
            <a:ext cx="603504" cy="60350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591" y="3028127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461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C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064612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064612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+ coverage %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844" y="334670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6517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94096" y="2871216"/>
            <a:ext cx="603504" cy="60350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007" y="3028127"/>
            <a:ext cx="289682" cy="2896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0028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C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250028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module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250028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IOCs, matrix…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260" y="3346704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44004" y="26517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979512" y="2871216"/>
            <a:ext cx="603504" cy="60350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423" y="3028127"/>
            <a:ext cx="289682" cy="28968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35444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C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7435444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analyze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435444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correlate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676" y="3346704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29420" y="265176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164928" y="2871216"/>
            <a:ext cx="603504" cy="603504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1839" y="3028127"/>
            <a:ext cx="289682" cy="28968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62086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C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9620860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act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620860" y="3858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Detail, coverage, notes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how it was fixed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842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293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four unrelated threat-intel sources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597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423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ingestion script per source, normalized on write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90488" y="178308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9842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12280" y="19293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CVEs, IOCs, and techniques share no common IDs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45973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12280" y="2423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post-ingestion linker builds a mapping table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58368" y="3099816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30098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32461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data access by analyst role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776472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80160" y="37398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+ PostgreSQL row-level security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190488" y="3099816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3300984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12280" y="32461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whether a threat can be detected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776472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12280" y="37398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Detection-coverage layer with notes and attribution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658368" y="4416552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4617720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280160" y="45628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blocked by missing view grants</a:t>
            </a:r>
            <a:endParaRPr lang="en-US" sz="12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5093208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280160" y="50566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the view SELECTs the role was missing (bugfix)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6190488" y="4416552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944" y="4617720"/>
            <a:ext cx="256032" cy="25603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12280" y="45628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 needed a manual re-login</a:t>
            </a:r>
            <a:endParaRPr lang="en-US" sz="12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9944" y="5093208"/>
            <a:ext cx="256032" cy="25603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12280" y="50566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token refresh via /auth/me on next page load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platform could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1394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feed updates instead of scheduled pulls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92424" y="18288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48456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857" y="221394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threat prediction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48456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likelihood of exploitation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913" y="221394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82512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in-app notifications on new matches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60536" y="182880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6568" y="206654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221394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761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searches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16568" y="30906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Compound, reusable analyst queries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58368" y="3977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" y="42153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01" y="436278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4910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14400" y="52395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actor ↔ technique ↔ CVE networks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392424" y="3977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48456" y="42153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857" y="4362785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48456" y="4910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648456" y="52395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output for briefings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126480" y="3977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82512" y="42153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9913" y="4362785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82512" y="4910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keys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382512" y="52395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third-party integrations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860536" y="3977640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111A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116568" y="4215384"/>
            <a:ext cx="566928" cy="566928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3969" y="4362785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6568" y="4910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run history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116568" y="52395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ingestion run, not just the last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correlated, self-governing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731520" cy="731520"/>
          </a:xfrm>
          <a:prstGeom prst="ellipse">
            <a:avLst/>
          </a:prstGeom>
          <a:solidFill>
            <a:srgbClr val="0E2A3C"/>
          </a:solidFill>
          <a:ln w="12700">
            <a:solidFill>
              <a:srgbClr val="1C7C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four public feeds to a single, defensible analyst workspace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20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7889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four public threat feeds into one PostgreSQL database.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413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30098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CVEs, ATT&amp;CK techniques, and IOCs through a dedicated linking step.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813048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detection-coverage layer that drives threat-informed vulnerability priority.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98264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432511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full course toolkit: indexing, full-text search, JSONB, views, and RLS.</a:t>
            </a:r>
            <a:endParaRPr lang="en-US" sz="14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910328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7280" y="4837176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role-based self-service (signup + upgrade requests) with a complete audit trail.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422392"/>
            <a:ext cx="237744" cy="23774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97280" y="534924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E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analysts can search, correlate, prioritize, and act from a single interface.</a:t>
            </a:r>
            <a:endParaRPr lang="en-US" sz="1450" dirty="0"/>
          </a:p>
        </p:txBody>
      </p:sp>
      <p:sp>
        <p:nvSpPr>
          <p:cNvPr id="19" name="Text 10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2011680"/>
            <a:ext cx="1005840" cy="1005840"/>
          </a:xfrm>
          <a:prstGeom prst="ellipse">
            <a:avLst/>
          </a:prstGeom>
          <a:solidFill>
            <a:srgbClr val="0E2A3C"/>
          </a:solidFill>
          <a:ln w="19050">
            <a:solidFill>
              <a:srgbClr val="1C7C9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22585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6634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ThreatIntel Platform   ·   Developed by Abdul Rehman Muhammad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2026-07-22T16:56:32Z</dcterms:created>
  <dcterms:modified xsi:type="dcterms:W3CDTF">2026-07-22T16:56:32Z</dcterms:modified>
</cp:coreProperties>
</file>